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5" name="Image 0" descr="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104927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 IT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podcast that writes, voices, and personalizes itself.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in. A personalized daily podcast out — fully automated, zero manual editing.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Shusei Yokoi  ·  Hackathon Build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It — AI Podcast Generator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has time to read the news anymore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Podcasts help — but making one is slow, generic, and expensive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246120" cy="3931920"/>
          </a:xfrm>
          <a:prstGeom prst="roundRect">
            <a:avLst>
              <a:gd name="adj" fmla="val 3380"/>
            </a:avLst>
          </a:prstGeom>
          <a:solidFill>
            <a:srgbClr val="F4F4FA"/>
          </a:solidFill>
          <a:ln/>
          <a:effectLst>
            <a:outerShdw sx="100000" sy="100000" kx="0" ky="0" algn="bl" rotWithShape="0" blurRad="127000" dist="38100" dir="5400000">
              <a:srgbClr val="1D1B4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news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256260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articles published every day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more news than any one person can read, let alone curate into something worth listening to.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0" y="2057400"/>
            <a:ext cx="3246120" cy="3931920"/>
          </a:xfrm>
          <a:prstGeom prst="roundRect">
            <a:avLst>
              <a:gd name="adj" fmla="val 3380"/>
            </a:avLst>
          </a:prstGeom>
          <a:solidFill>
            <a:srgbClr val="F4F4FA"/>
          </a:solidFill>
          <a:ln/>
          <a:effectLst>
            <a:outerShdw sx="100000" sy="100000" kx="0" ky="0" algn="bl" rotWithShape="0" blurRad="127000" dist="38100" dir="5400000">
              <a:srgbClr val="1D1B4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237744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2" name="Image 1" descr="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286" y="256260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3383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389120" y="3886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script + record one episode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389120" y="448056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podcast production means research, writing, voicing, and editing — every single day.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80960" y="2057400"/>
            <a:ext cx="3246120" cy="3931920"/>
          </a:xfrm>
          <a:prstGeom prst="roundRect">
            <a:avLst>
              <a:gd name="adj" fmla="val 3380"/>
            </a:avLst>
          </a:prstGeom>
          <a:solidFill>
            <a:srgbClr val="F4F4FA"/>
          </a:solidFill>
          <a:ln/>
          <a:effectLst>
            <a:outerShdw sx="100000" sy="100000" kx="0" ky="0" algn="bl" rotWithShape="0" blurRad="127000" dist="38100" dir="5400000">
              <a:srgbClr val="1D1B4B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55280" y="237744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2" descr="headpho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446" y="256260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55280" y="3383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1-size-fits-all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7955280" y="3886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experience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955280" y="448056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news podcasts serve the same episode to everyone, regardless of what a listener actually cares about.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It — AI Podcast Generator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 It runs the entire pipeline — automatically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RSS feeds to a published, ready-to-stream episode — no human in the loop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51560" cy="10515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ing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561" y="2979801"/>
            <a:ext cx="578358" cy="5783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4279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import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112264" y="299923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715768" y="2743200"/>
            <a:ext cx="1051560" cy="105156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10" name="Image 1" descr="int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69" y="2979801"/>
            <a:ext cx="578358" cy="5783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58568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258568" y="4279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tag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005072" y="299923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4608576" y="2743200"/>
            <a:ext cx="1051560" cy="10515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2" descr="pl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177" y="2979801"/>
            <a:ext cx="578358" cy="5783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51376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151376" y="4279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episode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897880" y="299923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6501384" y="2743200"/>
            <a:ext cx="1051560" cy="105156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20" name="Image 3" descr="scri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985" y="2979801"/>
            <a:ext cx="578358" cy="57835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44184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044184" y="4279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script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790688" y="299923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18"/>
          <p:cNvSpPr/>
          <p:nvPr/>
        </p:nvSpPr>
        <p:spPr>
          <a:xfrm>
            <a:off x="8394192" y="2743200"/>
            <a:ext cx="1051560" cy="10515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5" name="Image 4" descr="audi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0793" y="2979801"/>
            <a:ext cx="578358" cy="57835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936992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936992" y="4279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FFmpeg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9683496" y="299923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2"/>
          <p:cNvSpPr/>
          <p:nvPr/>
        </p:nvSpPr>
        <p:spPr>
          <a:xfrm>
            <a:off x="10287000" y="2743200"/>
            <a:ext cx="1051560" cy="105156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30" name="Image 5" descr="publi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3601" y="2979801"/>
            <a:ext cx="578358" cy="57835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2980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9829800" y="4279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/ YouTube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D1B4B"/>
          </a:solidFill>
          <a:ln/>
        </p:spPr>
      </p:sp>
      <p:sp>
        <p:nvSpPr>
          <p:cNvPr id="34" name="Text 26"/>
          <p:cNvSpPr/>
          <p:nvPr/>
        </p:nvSpPr>
        <p:spPr>
          <a:xfrm>
            <a:off x="914400" y="50749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trackable, retryable, resumable, and cancelable — a versioned workflow engine, not a fragile script.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It — AI Podcast Generator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production run. A different episode for everyone.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Chapter Feeds — the core innovation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468880"/>
            <a:ext cx="731520" cy="73152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6" name="Image 0" descr="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633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514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pipeline — fixed cost, once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articles from every source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tag, and cluster them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script chapter per article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one MP3 per chapter + full episode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36118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6537960" y="21488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9564F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0" y="2468880"/>
            <a:ext cx="731520" cy="731520"/>
          </a:xfrm>
          <a:prstGeom prst="ellipse">
            <a:avLst/>
          </a:prstGeom>
          <a:solidFill>
            <a:srgbClr val="1D1B4B"/>
          </a:solidFill>
          <a:ln/>
        </p:spPr>
      </p:sp>
      <p:pic>
        <p:nvPicPr>
          <p:cNvPr id="12" name="Image 1" descr="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6334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26680" y="2514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listener — nearly free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858000" y="338328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chapter pool by tag affinity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listening history + declared interests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the top matches as one seamless queue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logged-in and anonymous sessions alike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It — AI Podcast Generator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production-grade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weekend hack — a system designed to run unattended, every day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4FA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28600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g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065" y="24403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admin, clean layers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20574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4FA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2286000"/>
            <a:ext cx="685800" cy="68580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11" name="Image 1" descr="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85" y="244030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74720" y="3520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RAG embeddings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20574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4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086600" y="228600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905" y="244030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63640" y="3520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jobs, beat scheduling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15400" y="20574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4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875520" y="2286000"/>
            <a:ext cx="685800" cy="68580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21" name="Image 3" descr="int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25" y="244030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(LLM)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052560" y="3520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Scripting, ranking, embeddings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251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4FA"/>
          </a:solidFill>
          <a:ln/>
        </p:spPr>
      </p:sp>
      <p:sp>
        <p:nvSpPr>
          <p:cNvPr id="25" name="Shape 19"/>
          <p:cNvSpPr/>
          <p:nvPr/>
        </p:nvSpPr>
        <p:spPr>
          <a:xfrm>
            <a:off x="1508760" y="4480560"/>
            <a:ext cx="685800" cy="68580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26" name="Image 4" descr="m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3065" y="4634865"/>
            <a:ext cx="377190" cy="3771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5303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Chatterbox TTS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85800" y="5715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synthesis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37560" y="4251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4FA"/>
          </a:solidFill>
          <a:ln/>
        </p:spPr>
      </p:sp>
      <p:sp>
        <p:nvSpPr>
          <p:cNvPr id="30" name="Shape 23"/>
          <p:cNvSpPr/>
          <p:nvPr/>
        </p:nvSpPr>
        <p:spPr>
          <a:xfrm>
            <a:off x="4297680" y="448056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1" name="Image 5" descr="audi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1985" y="4634865"/>
            <a:ext cx="377190" cy="3771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74720" y="5303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474720" y="5715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Mix, master, LUFS normalize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26480" y="4251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4FA"/>
          </a:solidFill>
          <a:ln/>
        </p:spPr>
      </p:sp>
      <p:sp>
        <p:nvSpPr>
          <p:cNvPr id="35" name="Shape 27"/>
          <p:cNvSpPr/>
          <p:nvPr/>
        </p:nvSpPr>
        <p:spPr>
          <a:xfrm>
            <a:off x="7086600" y="4480560"/>
            <a:ext cx="685800" cy="68580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36" name="Image 6" descr="clou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0905" y="4634865"/>
            <a:ext cx="377190" cy="37719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63640" y="5303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63640" y="5715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feed, storage, auth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915400" y="4251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4FA"/>
          </a:solidFill>
          <a:ln/>
        </p:spPr>
      </p:sp>
      <p:sp>
        <p:nvSpPr>
          <p:cNvPr id="40" name="Shape 31"/>
          <p:cNvSpPr/>
          <p:nvPr/>
        </p:nvSpPr>
        <p:spPr>
          <a:xfrm>
            <a:off x="9875520" y="448056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1" name="Image 7" descr="rock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9825" y="4634865"/>
            <a:ext cx="377190" cy="37719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52560" y="5303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GitHub Actions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052560" y="5715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staging &amp; prod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It — AI Podcast Generator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like production software, not a prototype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" name="Image 0" descr="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187680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6002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60020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lives in services/, orchestration is separate, Django models stay thin. Providers (LLM, TTS, publishers) are swappable adapters.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898648"/>
            <a:ext cx="822960" cy="82296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8" name="Image 1" descr="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" y="3083814"/>
            <a:ext cx="452628" cy="452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80720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workflow engine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577840" y="2807208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run is trackable, retryable, resumable, and cancelable — failures don't mean starting over.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105656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2" name="Image 2" descr="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290822"/>
            <a:ext cx="452628" cy="4526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014216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observability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577840" y="4014216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logging, metrics, distributed tracing, and health probes for every external dependency.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5312664"/>
            <a:ext cx="822960" cy="82296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16" name="Image 3" descr="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6" y="5497830"/>
            <a:ext cx="452628" cy="4526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522122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577840" y="5221224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310+ tests, ruff, black, mypy, and a GitHub Actions pipeline that builds and verifies the production Docker image.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It — AI Podcast Generator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737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articles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into one episode, daily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06240" y="160020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1737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434840" y="2514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topic tags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personalization sharp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0" y="160020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092440" y="1737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092440" y="2514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additional listener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publishing adapters beyond RSS + YouTube (Spotify, Apple Podcasts)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TTS voice profiles for richer, distinct host personalities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Chapter-level listening analytics for faster personalization feedback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3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on top of the existing Supabase-backed frontend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It — AI Podcast Generator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00116" y="1463040"/>
            <a:ext cx="1188720" cy="1188720"/>
          </a:xfrm>
          <a:prstGeom prst="ellipse">
            <a:avLst/>
          </a:prstGeom>
          <a:solidFill>
            <a:srgbClr val="F9564F"/>
          </a:solidFill>
          <a:ln/>
        </p:spPr>
      </p:sp>
      <p:pic>
        <p:nvPicPr>
          <p:cNvPr id="5" name="Image 0" descr="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7578" y="1730502"/>
            <a:ext cx="653796" cy="6537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It — local factory, cloud shelf, a personal feed for every listener.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Shusei Yokoi   ·   myoubann613@gmail.com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It — AI Podcast Generator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2026-07-14T03:02:22Z</dcterms:created>
  <dcterms:modified xsi:type="dcterms:W3CDTF">2026-07-14T03:02:22Z</dcterms:modified>
</cp:coreProperties>
</file>